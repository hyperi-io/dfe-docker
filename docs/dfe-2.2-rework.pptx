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88388-7ED1-5597-6CAA-FB29699B6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6EC19-012E-1124-FD9E-59BDB0990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68964-2F73-17CD-B1A8-A35F52B4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7AF0-D584-E65E-5679-58F77FD0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D9CAA-5D89-A5BC-2EB6-6EB0DE98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659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B7B2-9278-B8C1-B635-177BB15BD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5F166-3D27-DB99-3883-15DA5707B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54116-2EBA-DB59-3911-F44C2E3A4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115E3-7A3B-443E-75C4-2FC79D45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C95C5-F528-CB2A-D62D-6C684693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50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C6972-361B-E48E-0347-8480F86E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1FA07-CB9B-6A92-61CF-33B92D92D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DA4C7-4475-499F-47B5-A9E165C3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E888-8329-24FC-0A55-D238E663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69EA-AA07-CF41-2E65-DB56A0DB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5050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3A05-841D-0DB3-8407-4D767C13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1E267-7658-2885-4134-A760D75C4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69EA0-9A7D-93D5-227D-6D855E5E7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C6B82-EFDF-F4FA-C678-10D37A53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B7772-21AA-4F67-A5F7-5D94959BF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8BC34-B1BC-54AE-C8B5-6ACFB3A6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124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9F3F-6E01-C000-5CD5-CC3389BBD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8BEFF-87ED-DB2D-40C6-724215AE7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AAAB-19F2-76D7-C10E-D1EC58A07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E5D8E-99E1-66D2-85F5-9AA553960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DD8EA-4F58-562C-AE16-BF7D5F626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B6252D-DEEA-5957-EAA1-D6D68006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382CF-E6FE-BE3B-6388-811CD770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2019C-E79E-F2C0-676B-0162B072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136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CD65-3D41-079C-6366-CEE112B0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B8817-7A5F-9693-2A0B-32975226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3E610-DDDA-3618-3725-21AB73FB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2EF98-5AEA-0E09-36E9-808A9381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822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000E0-D9BE-1189-6D27-70E52AFB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B328AC-4D1E-84F6-D9A2-04AEE6B5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7E943-C51C-AF52-53F5-CAFA76E5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164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9070-D2F8-502A-7C33-7247A8CA6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BB4C-AD27-7DAB-4C5A-520333A4E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8EE77-4493-FD5F-82A8-182BE3DEE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46CF1-7C90-54F1-CB6B-C60F45F6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6BB7D-993A-9086-DBFA-72F3EEF83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6CE0B-7E6A-5341-7E3C-CD267388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95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4E00-68EB-4705-5A35-CAE77E68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0E124-39F9-B637-E4FF-2AEFF573B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B7778-E512-4464-582A-A127AFC63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5B096-32FA-954C-D021-C6B82E77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73B7F-59B6-1AA5-2C48-E5792DA5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6DACC-E71E-11D6-F658-A78422F5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201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4742-A3E4-BBE1-9142-EC6AA11F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021E1-C174-23EB-9F01-50407B076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7E1EE-1D49-FA67-CD9C-21D37434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4BDA8-6763-EFA4-7971-6B27E9A6A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FDCF7-B8BA-0131-7E22-A2A69DBA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70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B3538-8EED-C967-7AE1-C4B83940B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16DAB-9AD3-A107-A474-10F13FFE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3E391-BBEB-E6FF-2208-862DA070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8187-F0A4-2875-8C0B-A6556468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B9D04-59E3-8C0E-D505-74AD1A94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025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372CA-8091-E9E6-4328-6C956E55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7B605-5F00-5ABB-2A31-ADE10FD42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F4645-E203-445A-B202-763C1796B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FE682-08D7-4495-B4E0-83181294B623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E5AA0-A640-C8B9-87F7-B0348CC09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3F182-A244-50D5-088D-5242E1DB8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B75CC8-FCDF-47D6-8720-886C788436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83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54AC8F83-BC84-BA79-99C2-A4C6EF655590}"/>
              </a:ext>
            </a:extLst>
          </p:cNvPr>
          <p:cNvSpPr/>
          <p:nvPr/>
        </p:nvSpPr>
        <p:spPr>
          <a:xfrm>
            <a:off x="2983424" y="760306"/>
            <a:ext cx="8942522" cy="584197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EEB1BA-1419-FEA6-768F-44C44D5112DB}"/>
              </a:ext>
            </a:extLst>
          </p:cNvPr>
          <p:cNvSpPr/>
          <p:nvPr/>
        </p:nvSpPr>
        <p:spPr>
          <a:xfrm>
            <a:off x="6096000" y="2376348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dfe</a:t>
            </a:r>
            <a:r>
              <a:rPr lang="en-AU" dirty="0"/>
              <a:t>-loader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C8FADF-72BE-2519-9E6C-C12E28310DE5}"/>
              </a:ext>
            </a:extLst>
          </p:cNvPr>
          <p:cNvSpPr/>
          <p:nvPr/>
        </p:nvSpPr>
        <p:spPr>
          <a:xfrm>
            <a:off x="3311351" y="2376348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dfe</a:t>
            </a:r>
            <a:r>
              <a:rPr lang="en-AU" dirty="0"/>
              <a:t>-receiver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9FC827-99CE-34B4-0377-04C8D699CD4E}"/>
              </a:ext>
            </a:extLst>
          </p:cNvPr>
          <p:cNvSpPr/>
          <p:nvPr/>
        </p:nvSpPr>
        <p:spPr>
          <a:xfrm>
            <a:off x="356341" y="2376348"/>
            <a:ext cx="2381693" cy="74428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EdgeStream</a:t>
            </a:r>
            <a:r>
              <a:rPr lang="en-AU" dirty="0"/>
              <a:t> Hub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4C8A38-8EEA-76A2-19F1-D37C55315D98}"/>
              </a:ext>
            </a:extLst>
          </p:cNvPr>
          <p:cNvSpPr/>
          <p:nvPr/>
        </p:nvSpPr>
        <p:spPr>
          <a:xfrm>
            <a:off x="8880649" y="2376348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ClickHouse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0D337F-4816-8100-8728-100BFD53A616}"/>
              </a:ext>
            </a:extLst>
          </p:cNvPr>
          <p:cNvSpPr/>
          <p:nvPr/>
        </p:nvSpPr>
        <p:spPr>
          <a:xfrm>
            <a:off x="8880649" y="1323696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HyperDX</a:t>
            </a:r>
            <a:endParaRPr lang="en-AU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44AEE0-5E95-58F6-EF3F-62127CF5ED43}"/>
              </a:ext>
            </a:extLst>
          </p:cNvPr>
          <p:cNvSpPr/>
          <p:nvPr/>
        </p:nvSpPr>
        <p:spPr>
          <a:xfrm>
            <a:off x="8880649" y="3365233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DFE Control Plane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34EF53-5B9E-9B74-4B15-4C2B4E425975}"/>
              </a:ext>
            </a:extLst>
          </p:cNvPr>
          <p:cNvSpPr/>
          <p:nvPr/>
        </p:nvSpPr>
        <p:spPr>
          <a:xfrm>
            <a:off x="8880648" y="4364528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DFE UI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44302D-0C46-7769-414D-5CB2246A685E}"/>
              </a:ext>
            </a:extLst>
          </p:cNvPr>
          <p:cNvSpPr/>
          <p:nvPr/>
        </p:nvSpPr>
        <p:spPr>
          <a:xfrm>
            <a:off x="8880648" y="5353413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YAML Config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38E661-2EAB-4D17-66EB-0C198E34BD66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5693044" y="2748488"/>
            <a:ext cx="4029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8E51B9-DDEC-AF0A-CF73-3439E066C3DE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10071496" y="2067976"/>
            <a:ext cx="0" cy="3083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3A8F42-E39C-CFCB-723E-01F58178A325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flipH="1">
            <a:off x="8477693" y="2748488"/>
            <a:ext cx="4029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A6F165-797A-0F35-90CA-43FD4FDF7B5D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10071496" y="3120628"/>
            <a:ext cx="0" cy="244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B0A265E-36B4-FFDE-51FC-8ADE2B15FBCA}"/>
              </a:ext>
            </a:extLst>
          </p:cNvPr>
          <p:cNvCxnSpPr>
            <a:stCxn id="12" idx="1"/>
            <a:endCxn id="4" idx="2"/>
          </p:cNvCxnSpPr>
          <p:nvPr/>
        </p:nvCxnSpPr>
        <p:spPr>
          <a:xfrm flipH="1" flipV="1">
            <a:off x="7286847" y="3120628"/>
            <a:ext cx="1593801" cy="2604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32FB74-E63C-15AD-9E14-6BE57E65609A}"/>
              </a:ext>
            </a:extLst>
          </p:cNvPr>
          <p:cNvCxnSpPr>
            <a:cxnSpLocks/>
            <a:stCxn id="12" idx="1"/>
            <a:endCxn id="5" idx="2"/>
          </p:cNvCxnSpPr>
          <p:nvPr/>
        </p:nvCxnSpPr>
        <p:spPr>
          <a:xfrm flipH="1" flipV="1">
            <a:off x="4502198" y="3120628"/>
            <a:ext cx="4378450" cy="2604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0DBBD3-04A4-B3FF-946D-987EEDDCFA2A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flipV="1">
            <a:off x="10071495" y="4109513"/>
            <a:ext cx="1" cy="255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69B133-3E32-834A-1FC7-B0E7F47EDFE9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0071495" y="5108808"/>
            <a:ext cx="0" cy="244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E4C452-BC57-41B1-8BCC-6278C93C9FA5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738034" y="2748488"/>
            <a:ext cx="5733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42FC14F-8C0D-0E3A-009B-1FD6C40F72BC}"/>
              </a:ext>
            </a:extLst>
          </p:cNvPr>
          <p:cNvSpPr txBox="1"/>
          <p:nvPr/>
        </p:nvSpPr>
        <p:spPr>
          <a:xfrm>
            <a:off x="3262203" y="947781"/>
            <a:ext cx="2669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Docker deploy </a:t>
            </a:r>
            <a:r>
              <a:rPr lang="en-AU" dirty="0" err="1"/>
              <a:t>hyperi-dfe</a:t>
            </a:r>
            <a:endParaRPr lang="en-AU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11F3C1-EE33-3882-8836-832690BE0CD4}"/>
              </a:ext>
            </a:extLst>
          </p:cNvPr>
          <p:cNvSpPr txBox="1"/>
          <p:nvPr/>
        </p:nvSpPr>
        <p:spPr>
          <a:xfrm>
            <a:off x="3809379" y="2061393"/>
            <a:ext cx="1385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Native rust now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B99F96-8832-0025-419A-C22AE4C5F04F}"/>
              </a:ext>
            </a:extLst>
          </p:cNvPr>
          <p:cNvSpPr txBox="1"/>
          <p:nvPr/>
        </p:nvSpPr>
        <p:spPr>
          <a:xfrm>
            <a:off x="6600717" y="2090015"/>
            <a:ext cx="1385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Native rust now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86A418-65EA-EEC2-8743-F323C9E0BB15}"/>
              </a:ext>
            </a:extLst>
          </p:cNvPr>
          <p:cNvSpPr txBox="1"/>
          <p:nvPr/>
        </p:nvSpPr>
        <p:spPr>
          <a:xfrm>
            <a:off x="8758744" y="978558"/>
            <a:ext cx="273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Replaces Grafana and Discovery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206BF2-119C-D3A3-5B47-7CB2C769D5FD}"/>
              </a:ext>
            </a:extLst>
          </p:cNvPr>
          <p:cNvSpPr txBox="1"/>
          <p:nvPr/>
        </p:nvSpPr>
        <p:spPr>
          <a:xfrm>
            <a:off x="9208576" y="3147605"/>
            <a:ext cx="1864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Python </a:t>
            </a:r>
            <a:r>
              <a:rPr lang="en-AU" sz="1400" dirty="0" err="1"/>
              <a:t>inc</a:t>
            </a:r>
            <a:r>
              <a:rPr lang="en-AU" sz="1400" dirty="0"/>
              <a:t> </a:t>
            </a:r>
            <a:r>
              <a:rPr lang="en-AU" sz="1400" dirty="0" err="1"/>
              <a:t>dfe</a:t>
            </a:r>
            <a:r>
              <a:rPr lang="en-AU" sz="1400" dirty="0"/>
              <a:t>-engine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EE044C-9A29-CFE5-1178-5ED5AB5B5BA2}"/>
              </a:ext>
            </a:extLst>
          </p:cNvPr>
          <p:cNvSpPr txBox="1"/>
          <p:nvPr/>
        </p:nvSpPr>
        <p:spPr>
          <a:xfrm>
            <a:off x="9579148" y="4115313"/>
            <a:ext cx="984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Typescript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7E7962-BD12-B665-C23B-87DE13ED65DD}"/>
              </a:ext>
            </a:extLst>
          </p:cNvPr>
          <p:cNvSpPr txBox="1"/>
          <p:nvPr/>
        </p:nvSpPr>
        <p:spPr>
          <a:xfrm>
            <a:off x="8884605" y="5108808"/>
            <a:ext cx="242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PG removed – ALL YAML Now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19D2E9-5D4D-41C6-1F42-388CFAD24627}"/>
              </a:ext>
            </a:extLst>
          </p:cNvPr>
          <p:cNvSpPr txBox="1"/>
          <p:nvPr/>
        </p:nvSpPr>
        <p:spPr>
          <a:xfrm>
            <a:off x="5396541" y="190534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Zenoh</a:t>
            </a:r>
            <a:r>
              <a:rPr lang="en-AU" dirty="0"/>
              <a:t> IPC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4E28CC-31C0-49E4-4D13-CBB7A29B5310}"/>
              </a:ext>
            </a:extLst>
          </p:cNvPr>
          <p:cNvCxnSpPr/>
          <p:nvPr/>
        </p:nvCxnSpPr>
        <p:spPr>
          <a:xfrm flipH="1">
            <a:off x="5894522" y="2369170"/>
            <a:ext cx="37514" cy="379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E915A41-A2BC-DD9A-2736-93C4ADEC6C13}"/>
              </a:ext>
            </a:extLst>
          </p:cNvPr>
          <p:cNvSpPr/>
          <p:nvPr/>
        </p:nvSpPr>
        <p:spPr>
          <a:xfrm>
            <a:off x="4855108" y="5189079"/>
            <a:ext cx="1840356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No Auth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4FB449-9713-8CC4-53C1-05D98A4CB4ED}"/>
              </a:ext>
            </a:extLst>
          </p:cNvPr>
          <p:cNvSpPr txBox="1"/>
          <p:nvPr/>
        </p:nvSpPr>
        <p:spPr>
          <a:xfrm>
            <a:off x="5085217" y="6063380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All god-mode</a:t>
            </a:r>
          </a:p>
        </p:txBody>
      </p:sp>
    </p:spTree>
    <p:extLst>
      <p:ext uri="{BB962C8B-B14F-4D97-AF65-F5344CB8AC3E}">
        <p14:creationId xmlns:p14="http://schemas.microsoft.com/office/powerpoint/2010/main" val="269782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F5E-635B-B997-AAB0-F81A905C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E88F4D-C48F-C13E-1B76-262E21BAFF95}"/>
              </a:ext>
            </a:extLst>
          </p:cNvPr>
          <p:cNvSpPr/>
          <p:nvPr/>
        </p:nvSpPr>
        <p:spPr>
          <a:xfrm>
            <a:off x="7229962" y="2374068"/>
            <a:ext cx="1542719" cy="74428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dfe</a:t>
            </a:r>
            <a:r>
              <a:rPr lang="en-AU" dirty="0"/>
              <a:t>-loader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BFD069-F82B-26C6-5780-244A5C3208AA}"/>
              </a:ext>
            </a:extLst>
          </p:cNvPr>
          <p:cNvSpPr/>
          <p:nvPr/>
        </p:nvSpPr>
        <p:spPr>
          <a:xfrm>
            <a:off x="2808202" y="2374068"/>
            <a:ext cx="1787506" cy="74428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dfe</a:t>
            </a:r>
            <a:r>
              <a:rPr lang="en-AU" dirty="0"/>
              <a:t>-receiver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261A96-45D1-603C-86C1-8184269E5ACA}"/>
              </a:ext>
            </a:extLst>
          </p:cNvPr>
          <p:cNvSpPr/>
          <p:nvPr/>
        </p:nvSpPr>
        <p:spPr>
          <a:xfrm>
            <a:off x="132757" y="2374068"/>
            <a:ext cx="2381693" cy="74428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EdgeStream</a:t>
            </a:r>
            <a:r>
              <a:rPr lang="en-AU" dirty="0"/>
              <a:t> Hub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24A3DF-CF33-1F1F-3AF0-52BC04A49BD8}"/>
              </a:ext>
            </a:extLst>
          </p:cNvPr>
          <p:cNvSpPr/>
          <p:nvPr/>
        </p:nvSpPr>
        <p:spPr>
          <a:xfrm>
            <a:off x="9236291" y="2374068"/>
            <a:ext cx="2381693" cy="74428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ClickHouse</a:t>
            </a:r>
          </a:p>
          <a:p>
            <a:pPr algn="ctr"/>
            <a:r>
              <a:rPr lang="en-AU" dirty="0"/>
              <a:t>Operator or </a:t>
            </a:r>
            <a:r>
              <a:rPr lang="en-AU" dirty="0">
                <a:solidFill>
                  <a:schemeClr val="accent1"/>
                </a:solidFill>
              </a:rPr>
              <a:t>Cloud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5322FB-D42C-8068-D0C3-6DEA78F51B04}"/>
              </a:ext>
            </a:extLst>
          </p:cNvPr>
          <p:cNvSpPr/>
          <p:nvPr/>
        </p:nvSpPr>
        <p:spPr>
          <a:xfrm>
            <a:off x="9236291" y="1386587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HyperDX</a:t>
            </a:r>
            <a:endParaRPr lang="en-AU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00EFA0-A803-32F2-F804-09CAAA8A43EA}"/>
              </a:ext>
            </a:extLst>
          </p:cNvPr>
          <p:cNvSpPr/>
          <p:nvPr/>
        </p:nvSpPr>
        <p:spPr>
          <a:xfrm>
            <a:off x="9225450" y="3349735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DFE Control Plane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D74CCA-2A24-1622-2DCF-C5C5C2C87DAD}"/>
              </a:ext>
            </a:extLst>
          </p:cNvPr>
          <p:cNvSpPr/>
          <p:nvPr/>
        </p:nvSpPr>
        <p:spPr>
          <a:xfrm>
            <a:off x="9225449" y="4349030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DFE UI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F5E14A-5396-43B2-4F40-70973F5923DD}"/>
              </a:ext>
            </a:extLst>
          </p:cNvPr>
          <p:cNvSpPr/>
          <p:nvPr/>
        </p:nvSpPr>
        <p:spPr>
          <a:xfrm>
            <a:off x="9225448" y="5465450"/>
            <a:ext cx="2381693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YAML Config</a:t>
            </a:r>
            <a:br>
              <a:rPr lang="en-AU" dirty="0"/>
            </a:br>
            <a:r>
              <a:rPr lang="en-AU" dirty="0"/>
              <a:t>(git managed)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156125-1E18-DE86-110E-94855220152E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V="1">
            <a:off x="3701955" y="1323696"/>
            <a:ext cx="2192567" cy="10503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31367C-A796-1B16-64FE-647149407F3D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10427138" y="2130867"/>
            <a:ext cx="0" cy="243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A53458-EE6E-23A5-1D8B-CE946BEADB07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flipH="1">
            <a:off x="8772681" y="2746208"/>
            <a:ext cx="4636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A172C4-F04A-373A-0B75-FDD468600128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10416297" y="3118348"/>
            <a:ext cx="10841" cy="231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48D058-1432-89CD-F815-11179F544C38}"/>
              </a:ext>
            </a:extLst>
          </p:cNvPr>
          <p:cNvCxnSpPr>
            <a:cxnSpLocks/>
            <a:stCxn id="12" idx="1"/>
            <a:endCxn id="4" idx="2"/>
          </p:cNvCxnSpPr>
          <p:nvPr/>
        </p:nvCxnSpPr>
        <p:spPr>
          <a:xfrm flipH="1" flipV="1">
            <a:off x="8001322" y="3118348"/>
            <a:ext cx="1224126" cy="2719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FED889-34EC-CEE5-6D57-B009173BF662}"/>
              </a:ext>
            </a:extLst>
          </p:cNvPr>
          <p:cNvCxnSpPr>
            <a:cxnSpLocks/>
            <a:stCxn id="12" idx="1"/>
            <a:endCxn id="5" idx="2"/>
          </p:cNvCxnSpPr>
          <p:nvPr/>
        </p:nvCxnSpPr>
        <p:spPr>
          <a:xfrm flipH="1" flipV="1">
            <a:off x="3701955" y="3118348"/>
            <a:ext cx="5523493" cy="2719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DD91B28-6E8B-ABED-E473-03F8BB836E30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flipV="1">
            <a:off x="10416296" y="4094015"/>
            <a:ext cx="1" cy="255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C1D191-0A70-B7CB-A86D-A8F1AE7425B0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0416295" y="5093310"/>
            <a:ext cx="1" cy="372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2C51629-19A7-D5CF-2D3D-3461B81619DF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514450" y="2746208"/>
            <a:ext cx="2937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497367D-AF99-744B-0C79-349C486F8955}"/>
              </a:ext>
            </a:extLst>
          </p:cNvPr>
          <p:cNvSpPr txBox="1"/>
          <p:nvPr/>
        </p:nvSpPr>
        <p:spPr>
          <a:xfrm>
            <a:off x="2569474" y="1927031"/>
            <a:ext cx="1385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Native rust now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0A3E6E-BCEE-D04A-30AB-6A4085BF2F15}"/>
              </a:ext>
            </a:extLst>
          </p:cNvPr>
          <p:cNvSpPr txBox="1"/>
          <p:nvPr/>
        </p:nvSpPr>
        <p:spPr>
          <a:xfrm>
            <a:off x="5327443" y="1802344"/>
            <a:ext cx="11844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Vector </a:t>
            </a:r>
            <a:br>
              <a:rPr lang="en-AU" sz="1400" dirty="0"/>
            </a:br>
            <a:r>
              <a:rPr lang="en-AU" sz="1400" dirty="0"/>
              <a:t>(WASM later)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7FC70B-BF9B-3CB3-4990-0D62AE094D7D}"/>
              </a:ext>
            </a:extLst>
          </p:cNvPr>
          <p:cNvSpPr txBox="1"/>
          <p:nvPr/>
        </p:nvSpPr>
        <p:spPr>
          <a:xfrm>
            <a:off x="9117841" y="1024522"/>
            <a:ext cx="273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Replaces Grafana and Discovery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8AF5E2-ABA8-0632-A2E5-81A14B542DB7}"/>
              </a:ext>
            </a:extLst>
          </p:cNvPr>
          <p:cNvSpPr txBox="1"/>
          <p:nvPr/>
        </p:nvSpPr>
        <p:spPr>
          <a:xfrm>
            <a:off x="9553377" y="3132107"/>
            <a:ext cx="1864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Python </a:t>
            </a:r>
            <a:r>
              <a:rPr lang="en-AU" sz="1400" dirty="0" err="1"/>
              <a:t>inc</a:t>
            </a:r>
            <a:r>
              <a:rPr lang="en-AU" sz="1400" dirty="0"/>
              <a:t> </a:t>
            </a:r>
            <a:r>
              <a:rPr lang="en-AU" sz="1400" dirty="0" err="1"/>
              <a:t>dfe</a:t>
            </a:r>
            <a:r>
              <a:rPr lang="en-AU" sz="1400" dirty="0"/>
              <a:t>-engine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90E06B-3D65-E167-19CA-9865C1D5151A}"/>
              </a:ext>
            </a:extLst>
          </p:cNvPr>
          <p:cNvSpPr txBox="1"/>
          <p:nvPr/>
        </p:nvSpPr>
        <p:spPr>
          <a:xfrm>
            <a:off x="9923949" y="4099815"/>
            <a:ext cx="984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Typescript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FF914B-7639-50B5-BEE0-C4412069D527}"/>
              </a:ext>
            </a:extLst>
          </p:cNvPr>
          <p:cNvSpPr/>
          <p:nvPr/>
        </p:nvSpPr>
        <p:spPr>
          <a:xfrm>
            <a:off x="4703675" y="362444"/>
            <a:ext cx="2381693" cy="9612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Strimzi</a:t>
            </a:r>
            <a:r>
              <a:rPr lang="en-AU" dirty="0"/>
              <a:t> Kafka,</a:t>
            </a:r>
            <a:br>
              <a:rPr lang="en-AU" dirty="0"/>
            </a:br>
            <a:r>
              <a:rPr lang="en-AU" dirty="0" err="1"/>
              <a:t>AutoMQ</a:t>
            </a:r>
            <a:r>
              <a:rPr lang="en-AU" dirty="0"/>
              <a:t>, Confluent,</a:t>
            </a:r>
            <a:br>
              <a:rPr lang="en-AU" dirty="0"/>
            </a:br>
            <a:r>
              <a:rPr lang="en-AU" dirty="0"/>
              <a:t>or MSK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1BBA0B-6CE2-395A-7C56-DDE6654FCF53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894522" y="1323696"/>
            <a:ext cx="2106800" cy="10503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48E3E30-7E2C-8338-3715-7A39523FF818}"/>
              </a:ext>
            </a:extLst>
          </p:cNvPr>
          <p:cNvSpPr/>
          <p:nvPr/>
        </p:nvSpPr>
        <p:spPr>
          <a:xfrm>
            <a:off x="4999479" y="2374068"/>
            <a:ext cx="1840356" cy="74428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dfe</a:t>
            </a:r>
            <a:r>
              <a:rPr lang="en-AU" dirty="0"/>
              <a:t>-transforms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81BB31-E544-FB50-EDD9-9268EEA65DAF}"/>
              </a:ext>
            </a:extLst>
          </p:cNvPr>
          <p:cNvSpPr txBox="1"/>
          <p:nvPr/>
        </p:nvSpPr>
        <p:spPr>
          <a:xfrm>
            <a:off x="7441029" y="1908800"/>
            <a:ext cx="1385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Native rust now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E34D60-28BD-CA88-FEAE-56A9704DF67D}"/>
              </a:ext>
            </a:extLst>
          </p:cNvPr>
          <p:cNvSpPr txBox="1"/>
          <p:nvPr/>
        </p:nvSpPr>
        <p:spPr>
          <a:xfrm>
            <a:off x="9229406" y="5093310"/>
            <a:ext cx="242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PG removed – ALL YAML Now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26FC46F-7706-1069-DB70-FD2593FC45C0}"/>
              </a:ext>
            </a:extLst>
          </p:cNvPr>
          <p:cNvSpPr/>
          <p:nvPr/>
        </p:nvSpPr>
        <p:spPr>
          <a:xfrm>
            <a:off x="132757" y="4814447"/>
            <a:ext cx="2139624" cy="74428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Keda managed autoscaling pods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4E45915-60AF-B542-A4D3-A6F8ECE904CE}"/>
              </a:ext>
            </a:extLst>
          </p:cNvPr>
          <p:cNvSpPr/>
          <p:nvPr/>
        </p:nvSpPr>
        <p:spPr>
          <a:xfrm>
            <a:off x="4855108" y="5189079"/>
            <a:ext cx="1840356" cy="7442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Auth </a:t>
            </a:r>
            <a:r>
              <a:rPr lang="en-AU" dirty="0" err="1"/>
              <a:t>oidc</a:t>
            </a:r>
            <a:endParaRPr lang="en-AU" dirty="0"/>
          </a:p>
          <a:p>
            <a:pPr algn="ctr"/>
            <a:r>
              <a:rPr lang="en-AU" dirty="0"/>
              <a:t>Envoy (k8s)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7E054A-6EB3-DAB9-6D34-24B01D2CCEA8}"/>
              </a:ext>
            </a:extLst>
          </p:cNvPr>
          <p:cNvSpPr txBox="1"/>
          <p:nvPr/>
        </p:nvSpPr>
        <p:spPr>
          <a:xfrm>
            <a:off x="4141343" y="6055840"/>
            <a:ext cx="3299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Replaces nginx ingress AND oath2-proxy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9B3D3F8-61AC-3934-CB66-04565187AF44}"/>
              </a:ext>
            </a:extLst>
          </p:cNvPr>
          <p:cNvCxnSpPr>
            <a:cxnSpLocks/>
            <a:stCxn id="35" idx="1"/>
            <a:endCxn id="5" idx="3"/>
          </p:cNvCxnSpPr>
          <p:nvPr/>
        </p:nvCxnSpPr>
        <p:spPr>
          <a:xfrm flipH="1">
            <a:off x="4595708" y="2746208"/>
            <a:ext cx="4037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77A2C7-24B0-4B9D-0B30-729C91182016}"/>
              </a:ext>
            </a:extLst>
          </p:cNvPr>
          <p:cNvCxnSpPr>
            <a:cxnSpLocks/>
            <a:stCxn id="4" idx="1"/>
            <a:endCxn id="35" idx="3"/>
          </p:cNvCxnSpPr>
          <p:nvPr/>
        </p:nvCxnSpPr>
        <p:spPr>
          <a:xfrm flipH="1">
            <a:off x="6839835" y="2746208"/>
            <a:ext cx="3901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8F1BA9EB-8F3E-E216-F2F5-A00B379325D2}"/>
              </a:ext>
            </a:extLst>
          </p:cNvPr>
          <p:cNvSpPr/>
          <p:nvPr/>
        </p:nvSpPr>
        <p:spPr>
          <a:xfrm>
            <a:off x="132757" y="5711127"/>
            <a:ext cx="2139624" cy="74428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Metrics moved from Prometheus to </a:t>
            </a:r>
            <a:r>
              <a:rPr lang="en-AU" dirty="0" err="1"/>
              <a:t>Otel</a:t>
            </a:r>
            <a:endParaRPr lang="en-AU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FB58C2-BEBA-E5D6-3E14-EA27174F7FCB}"/>
              </a:ext>
            </a:extLst>
          </p:cNvPr>
          <p:cNvSpPr txBox="1"/>
          <p:nvPr/>
        </p:nvSpPr>
        <p:spPr>
          <a:xfrm>
            <a:off x="132757" y="3990702"/>
            <a:ext cx="4222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Same Terraform + helm + Argo CD + Keda</a:t>
            </a:r>
            <a:br>
              <a:rPr lang="en-AU" dirty="0"/>
            </a:br>
            <a:r>
              <a:rPr lang="en-AU" dirty="0"/>
              <a:t>BUT on prem AND AWS</a:t>
            </a:r>
          </a:p>
        </p:txBody>
      </p:sp>
    </p:spTree>
    <p:extLst>
      <p:ext uri="{BB962C8B-B14F-4D97-AF65-F5344CB8AC3E}">
        <p14:creationId xmlns:p14="http://schemas.microsoft.com/office/powerpoint/2010/main" val="203887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137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Thoms</dc:creator>
  <cp:lastModifiedBy>Derek Thoms</cp:lastModifiedBy>
  <cp:revision>15</cp:revision>
  <dcterms:created xsi:type="dcterms:W3CDTF">2026-02-18T02:26:10Z</dcterms:created>
  <dcterms:modified xsi:type="dcterms:W3CDTF">2026-02-18T02:58:30Z</dcterms:modified>
</cp:coreProperties>
</file>